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notesMaster" Target="notesMasters/notesMaster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Interpretability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goal</a:t>
            </a:r>
            <a:r>
              <a:rPr/>
              <a:t> </a:t>
            </a:r>
            <a:r>
              <a:rPr/>
              <a:t>here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control</a:t>
            </a:r>
            <a:r>
              <a:rPr/>
              <a:t> </a:t>
            </a:r>
            <a:r>
              <a:rPr/>
              <a:t>is.</a:t>
            </a:r>
            <a:r>
              <a:rPr/>
              <a:t> </a:t>
            </a:r>
            <a:r>
              <a:rPr/>
              <a:t>If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can</a:t>
            </a:r>
            <a:r>
              <a:rPr/>
              <a:t> </a:t>
            </a:r>
            <a:r>
              <a:rPr/>
              <a:t>find</a:t>
            </a:r>
            <a:r>
              <a:rPr/>
              <a:t> </a:t>
            </a:r>
            <a:r>
              <a:rPr/>
              <a:t>where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fact</a:t>
            </a:r>
            <a:r>
              <a:rPr/>
              <a:t> </a:t>
            </a:r>
            <a:r>
              <a:rPr/>
              <a:t>lives,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can</a:t>
            </a:r>
            <a:r>
              <a:rPr/>
              <a:t> </a:t>
            </a:r>
            <a:r>
              <a:rPr/>
              <a:t>fix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surgically</a:t>
            </a:r>
            <a:r>
              <a:rPr/>
              <a:t> </a:t>
            </a:r>
            <a:r>
              <a:rPr/>
              <a:t>instead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retraining.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RQ3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what</a:t>
            </a:r>
            <a:r>
              <a:rPr/>
              <a:t> </a:t>
            </a:r>
            <a:r>
              <a:rPr/>
              <a:t>makes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generative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rather</a:t>
            </a:r>
            <a:r>
              <a:rPr/>
              <a:t> </a:t>
            </a:r>
            <a:r>
              <a:rPr/>
              <a:t>than</a:t>
            </a:r>
            <a:r>
              <a:rPr/>
              <a:t> </a:t>
            </a:r>
            <a:r>
              <a:rPr/>
              <a:t>only</a:t>
            </a:r>
            <a:r>
              <a:rPr/>
              <a:t> </a:t>
            </a:r>
            <a:r>
              <a:rPr/>
              <a:t>an</a:t>
            </a:r>
            <a:r>
              <a:rPr/>
              <a:t> </a:t>
            </a:r>
            <a:r>
              <a:rPr/>
              <a:t>analysis</a:t>
            </a:r>
            <a:r>
              <a:rPr/>
              <a:t> </a:t>
            </a:r>
            <a:r>
              <a:rPr/>
              <a:t>project: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produces</a:t>
            </a:r>
            <a:r>
              <a:rPr/>
              <a:t> </a:t>
            </a:r>
            <a:r>
              <a:rPr/>
              <a:t>output</a:t>
            </a:r>
            <a:r>
              <a:rPr/>
              <a:t> </a:t>
            </a:r>
            <a:r>
              <a:rPr/>
              <a:t>under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edit,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output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what</a:t>
            </a:r>
            <a:r>
              <a:rPr/>
              <a:t> </a:t>
            </a:r>
            <a:r>
              <a:rPr/>
              <a:t>gets</a:t>
            </a:r>
            <a:r>
              <a:rPr/>
              <a:t> </a:t>
            </a:r>
            <a:r>
              <a:rPr/>
              <a:t>scored.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48</a:t>
            </a:r>
            <a:r>
              <a:rPr/>
              <a:t> </a:t>
            </a:r>
            <a:r>
              <a:rPr/>
              <a:t>prompts,</a:t>
            </a:r>
            <a:r>
              <a:rPr/>
              <a:t> </a:t>
            </a:r>
            <a:r>
              <a:rPr/>
              <a:t>plus</a:t>
            </a:r>
            <a:r>
              <a:rPr/>
              <a:t> </a:t>
            </a:r>
            <a:r>
              <a:rPr/>
              <a:t>3</a:t>
            </a:r>
            <a:r>
              <a:rPr/>
              <a:t> </a:t>
            </a:r>
            <a:r>
              <a:rPr/>
              <a:t>edit</a:t>
            </a:r>
            <a:r>
              <a:rPr/>
              <a:t> </a:t>
            </a:r>
            <a:r>
              <a:rPr/>
              <a:t>targets</a:t>
            </a:r>
            <a:r>
              <a:rPr/>
              <a:t> </a:t>
            </a:r>
            <a:r>
              <a:rPr/>
              <a:t>each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two</a:t>
            </a:r>
            <a:r>
              <a:rPr/>
              <a:t> </a:t>
            </a:r>
            <a:r>
              <a:rPr/>
              <a:t>paraphrases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two</a:t>
            </a:r>
            <a:r>
              <a:rPr/>
              <a:t> </a:t>
            </a:r>
            <a:r>
              <a:rPr/>
              <a:t>neighbourhood</a:t>
            </a:r>
            <a:r>
              <a:rPr/>
              <a:t> </a:t>
            </a:r>
            <a:r>
              <a:rPr/>
              <a:t>facts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Eiffel</a:t>
            </a:r>
            <a:r>
              <a:rPr/>
              <a:t> </a:t>
            </a:r>
            <a:r>
              <a:rPr/>
              <a:t>Tower,</a:t>
            </a:r>
            <a:r>
              <a:rPr/>
              <a:t> </a:t>
            </a:r>
            <a:r>
              <a:rPr/>
              <a:t>Paris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Rome.</a:t>
            </a:r>
            <a:r>
              <a:rPr/>
              <a:t> </a:t>
            </a:r>
            <a:r>
              <a:rPr/>
              <a:t>Every</a:t>
            </a:r>
            <a:r>
              <a:rPr/>
              <a:t> </a:t>
            </a:r>
            <a:r>
              <a:rPr/>
              <a:t>answer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verified</a:t>
            </a:r>
            <a:r>
              <a:rPr/>
              <a:t> </a:t>
            </a:r>
            <a:r>
              <a:rPr/>
              <a:t>single-token</a:t>
            </a:r>
            <a:r>
              <a:rPr/>
              <a:t> </a:t>
            </a:r>
            <a:r>
              <a:rPr/>
              <a:t>so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probability</a:t>
            </a:r>
            <a:r>
              <a:rPr/>
              <a:t> </a:t>
            </a:r>
            <a:r>
              <a:rPr/>
              <a:t>comparison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clean.</a:t>
            </a:r>
            <a:r>
              <a:rPr/>
              <a:t> </a:t>
            </a:r>
            <a:r>
              <a:rPr/>
              <a:t>48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small,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project’s</a:t>
            </a:r>
            <a:r>
              <a:rPr/>
              <a:t> </a:t>
            </a:r>
            <a:r>
              <a:rPr/>
              <a:t>main</a:t>
            </a:r>
            <a:r>
              <a:rPr/>
              <a:t> </a:t>
            </a:r>
            <a:r>
              <a:rPr/>
              <a:t>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Two</a:t>
            </a:r>
            <a:r>
              <a:rPr/>
              <a:t> </a:t>
            </a:r>
            <a:r>
              <a:rPr/>
              <a:t>metric</a:t>
            </a:r>
            <a:r>
              <a:rPr/>
              <a:t> </a:t>
            </a:r>
            <a:r>
              <a:rPr/>
              <a:t>families</a:t>
            </a:r>
            <a:r>
              <a:rPr/>
              <a:t> </a:t>
            </a:r>
            <a:r>
              <a:rPr/>
              <a:t>matching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two</a:t>
            </a:r>
            <a:r>
              <a:rPr/>
              <a:t> </a:t>
            </a:r>
            <a:r>
              <a:rPr/>
              <a:t>halves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project.</a:t>
            </a:r>
            <a:r>
              <a:rPr/>
              <a:t> </a:t>
            </a:r>
            <a:r>
              <a:rPr/>
              <a:t>One</a:t>
            </a:r>
            <a:r>
              <a:rPr/>
              <a:t> </a:t>
            </a:r>
            <a:r>
              <a:rPr/>
              <a:t>command</a:t>
            </a:r>
            <a:r>
              <a:rPr/>
              <a:t> </a:t>
            </a:r>
            <a:r>
              <a:rPr/>
              <a:t>runs</a:t>
            </a:r>
            <a:r>
              <a:rPr/>
              <a:t> </a:t>
            </a:r>
            <a:r>
              <a:rPr/>
              <a:t>all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it:</a:t>
            </a:r>
            <a:r>
              <a:rPr/>
              <a:t> </a:t>
            </a:r>
            <a:r>
              <a:rPr/>
              <a:t>python</a:t>
            </a:r>
            <a:r>
              <a:rPr/>
              <a:t> </a:t>
            </a:r>
            <a:r>
              <a:rPr/>
              <a:t>src/model_runner.py,</a:t>
            </a:r>
            <a:r>
              <a:rPr/>
              <a:t> </a:t>
            </a:r>
            <a:r>
              <a:rPr/>
              <a:t>about</a:t>
            </a:r>
            <a:r>
              <a:rPr/>
              <a:t> </a:t>
            </a:r>
            <a:r>
              <a:rPr/>
              <a:t>60</a:t>
            </a:r>
            <a:r>
              <a:rPr/>
              <a:t> </a:t>
            </a:r>
            <a:r>
              <a:rPr/>
              <a:t>seconds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Each</a:t>
            </a:r>
            <a:r>
              <a:rPr/>
              <a:t> </a:t>
            </a:r>
            <a:r>
              <a:rPr/>
              <a:t>cell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drop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logit</a:t>
            </a:r>
            <a:r>
              <a:rPr/>
              <a:t> </a:t>
            </a:r>
            <a:r>
              <a:rPr/>
              <a:t>difference</a:t>
            </a:r>
            <a:r>
              <a:rPr/>
              <a:t> </a:t>
            </a:r>
            <a:r>
              <a:rPr/>
              <a:t>when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head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zeroed,</a:t>
            </a:r>
            <a:r>
              <a:rPr/>
              <a:t> </a:t>
            </a:r>
            <a:r>
              <a:rPr/>
              <a:t>averaged</a:t>
            </a:r>
            <a:r>
              <a:rPr/>
              <a:t> </a:t>
            </a:r>
            <a:r>
              <a:rPr/>
              <a:t>over</a:t>
            </a:r>
            <a:r>
              <a:rPr/>
              <a:t> </a:t>
            </a:r>
            <a:r>
              <a:rPr/>
              <a:t>four</a:t>
            </a:r>
            <a:r>
              <a:rPr/>
              <a:t> </a:t>
            </a:r>
            <a:r>
              <a:rPr/>
              <a:t>prompts.</a:t>
            </a:r>
            <a:r>
              <a:rPr/>
              <a:t> </a:t>
            </a:r>
            <a:r>
              <a:rPr/>
              <a:t>One</a:t>
            </a:r>
            <a:r>
              <a:rPr/>
              <a:t> </a:t>
            </a:r>
            <a:r>
              <a:rPr/>
              <a:t>dark</a:t>
            </a:r>
            <a:r>
              <a:rPr/>
              <a:t> </a:t>
            </a:r>
            <a:r>
              <a:rPr/>
              <a:t>cell</a:t>
            </a:r>
            <a:r>
              <a:rPr/>
              <a:t> </a:t>
            </a:r>
            <a:r>
              <a:rPr/>
              <a:t>dominates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agreement</a:t>
            </a:r>
            <a:r>
              <a:rPr/>
              <a:t> </a:t>
            </a:r>
            <a:r>
              <a:rPr/>
              <a:t>panel:</a:t>
            </a:r>
            <a:r>
              <a:rPr/>
              <a:t> </a:t>
            </a:r>
            <a:r>
              <a:rPr/>
              <a:t>layer</a:t>
            </a:r>
            <a:r>
              <a:rPr/>
              <a:t> </a:t>
            </a:r>
            <a:r>
              <a:rPr/>
              <a:t>6,</a:t>
            </a:r>
            <a:r>
              <a:rPr/>
              <a:t> </a:t>
            </a:r>
            <a:r>
              <a:rPr/>
              <a:t>head</a:t>
            </a:r>
            <a:r>
              <a:rPr/>
              <a:t> </a:t>
            </a:r>
            <a:r>
              <a:rPr/>
              <a:t>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Selectivity</a:t>
            </a:r>
            <a:r>
              <a:rPr/>
              <a:t> </a:t>
            </a:r>
            <a:r>
              <a:rPr/>
              <a:t>1.00</a:t>
            </a:r>
            <a:r>
              <a:rPr/>
              <a:t> </a:t>
            </a:r>
            <a:r>
              <a:rPr/>
              <a:t>means</a:t>
            </a:r>
            <a:r>
              <a:rPr/>
              <a:t> </a:t>
            </a:r>
            <a:r>
              <a:rPr/>
              <a:t>ablating</a:t>
            </a:r>
            <a:r>
              <a:rPr/>
              <a:t> </a:t>
            </a:r>
            <a:r>
              <a:rPr/>
              <a:t>L6.H4</a:t>
            </a:r>
            <a:r>
              <a:rPr/>
              <a:t> </a:t>
            </a:r>
            <a:r>
              <a:rPr/>
              <a:t>costs</a:t>
            </a:r>
            <a:r>
              <a:rPr/>
              <a:t> </a:t>
            </a:r>
            <a:r>
              <a:rPr/>
              <a:t>2.29</a:t>
            </a:r>
            <a:r>
              <a:rPr/>
              <a:t> </a:t>
            </a:r>
            <a:r>
              <a:rPr/>
              <a:t>logits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agreement</a:t>
            </a:r>
            <a:r>
              <a:rPr/>
              <a:t> </a:t>
            </a:r>
            <a:r>
              <a:rPr/>
              <a:t>margin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nothing</a:t>
            </a:r>
            <a:r>
              <a:rPr/>
              <a:t> </a:t>
            </a:r>
            <a:r>
              <a:rPr/>
              <a:t>measurable</a:t>
            </a:r>
            <a:r>
              <a:rPr/>
              <a:t> </a:t>
            </a:r>
            <a:r>
              <a:rPr/>
              <a:t>anywhere</a:t>
            </a:r>
            <a:r>
              <a:rPr/>
              <a:t> </a:t>
            </a:r>
            <a:r>
              <a:rPr/>
              <a:t>else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dedicated</a:t>
            </a:r>
            <a:r>
              <a:rPr/>
              <a:t> </a:t>
            </a:r>
            <a:r>
              <a:rPr/>
              <a:t>component.</a:t>
            </a:r>
            <a:r>
              <a:rPr/>
              <a:t> </a:t>
            </a:r>
            <a:r>
              <a:rPr/>
              <a:t>Factual</a:t>
            </a:r>
            <a:r>
              <a:rPr/>
              <a:t> </a:t>
            </a:r>
            <a:r>
              <a:rPr/>
              <a:t>recall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diffuse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comparison.</a:t>
            </a:r>
            <a:r>
              <a:rPr/>
              <a:t> </a:t>
            </a:r>
            <a:r>
              <a:rPr/>
              <a:t>Worth</a:t>
            </a:r>
            <a:r>
              <a:rPr/>
              <a:t> </a:t>
            </a:r>
            <a:r>
              <a:rPr/>
              <a:t>noting: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largest</a:t>
            </a:r>
            <a:r>
              <a:rPr/>
              <a:t> </a:t>
            </a:r>
            <a:r>
              <a:rPr/>
              <a:t>single</a:t>
            </a:r>
            <a:r>
              <a:rPr/>
              <a:t> </a:t>
            </a:r>
            <a:r>
              <a:rPr/>
              <a:t>component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all</a:t>
            </a:r>
            <a:r>
              <a:rPr/>
              <a:t> </a:t>
            </a:r>
            <a:r>
              <a:rPr/>
              <a:t>three</a:t>
            </a:r>
            <a:r>
              <a:rPr/>
              <a:t> </a:t>
            </a:r>
            <a:r>
              <a:rPr/>
              <a:t>behaviors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MLP</a:t>
            </a:r>
            <a:r>
              <a:rPr/>
              <a:t> </a:t>
            </a:r>
            <a:r>
              <a:rPr/>
              <a:t>0,</a:t>
            </a:r>
            <a:r>
              <a:rPr/>
              <a:t> </a:t>
            </a:r>
            <a:r>
              <a:rPr/>
              <a:t>which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shared</a:t>
            </a:r>
            <a:r>
              <a:rPr/>
              <a:t> </a:t>
            </a:r>
            <a:r>
              <a:rPr/>
              <a:t>input</a:t>
            </a:r>
            <a:r>
              <a:rPr/>
              <a:t> </a:t>
            </a:r>
            <a:r>
              <a:rPr/>
              <a:t>processing,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mechanism.</a:t>
            </a:r>
            <a:r>
              <a:rPr/>
              <a:t> </a:t>
            </a:r>
            <a:r>
              <a:rPr/>
              <a:t>Largest</a:t>
            </a:r>
            <a:r>
              <a:rPr/>
              <a:t> </a:t>
            </a:r>
            <a:r>
              <a:rPr/>
              <a:t>drop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“</a:t>
            </a:r>
            <a:r>
              <a:rPr/>
              <a:t>the</a:t>
            </a:r>
            <a:r>
              <a:rPr/>
              <a:t> </a:t>
            </a:r>
            <a:r>
              <a:rPr/>
              <a:t>mechanism</a:t>
            </a:r>
            <a:r>
              <a:rPr/>
              <a:t>”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different</a:t>
            </a:r>
            <a:r>
              <a:rPr/>
              <a:t> </a:t>
            </a:r>
            <a:r>
              <a:rPr/>
              <a:t>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Fluency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unchanged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keeps</a:t>
            </a:r>
            <a:r>
              <a:rPr/>
              <a:t> </a:t>
            </a:r>
            <a:r>
              <a:rPr/>
              <a:t>writing</a:t>
            </a:r>
            <a:r>
              <a:rPr/>
              <a:t> </a:t>
            </a:r>
            <a:r>
              <a:rPr/>
              <a:t>coherent</a:t>
            </a:r>
            <a:r>
              <a:rPr/>
              <a:t> </a:t>
            </a:r>
            <a:r>
              <a:rPr/>
              <a:t>English</a:t>
            </a:r>
            <a:r>
              <a:rPr/>
              <a:t> </a:t>
            </a:r>
            <a:r>
              <a:rPr/>
              <a:t>about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edited</a:t>
            </a:r>
            <a:r>
              <a:rPr/>
              <a:t> </a:t>
            </a:r>
            <a:r>
              <a:rPr/>
              <a:t>subject,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just</a:t>
            </a:r>
            <a:r>
              <a:rPr/>
              <a:t> </a:t>
            </a:r>
            <a:r>
              <a:rPr/>
              <a:t>says</a:t>
            </a:r>
            <a:r>
              <a:rPr/>
              <a:t> </a:t>
            </a:r>
            <a:r>
              <a:rPr/>
              <a:t>something</a:t>
            </a:r>
            <a:r>
              <a:rPr/>
              <a:t> </a:t>
            </a:r>
            <a:r>
              <a:rPr/>
              <a:t>different.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RQ3</a:t>
            </a:r>
            <a:r>
              <a:rPr/>
              <a:t> </a:t>
            </a:r>
            <a:r>
              <a:rPr/>
              <a:t>answered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affirmative.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tidy</a:t>
            </a:r>
            <a:r>
              <a:rPr/>
              <a:t> </a:t>
            </a:r>
            <a:r>
              <a:rPr/>
              <a:t>story:</a:t>
            </a:r>
            <a:r>
              <a:rPr/>
              <a:t> </a:t>
            </a:r>
            <a:r>
              <a:rPr/>
              <a:t>editing</a:t>
            </a:r>
            <a:r>
              <a:rPr/>
              <a:t> </a:t>
            </a:r>
            <a:r>
              <a:rPr/>
              <a:t>works</a:t>
            </a:r>
            <a:r>
              <a:rPr/>
              <a:t> </a:t>
            </a:r>
            <a:r>
              <a:rPr/>
              <a:t>better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scale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all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GPT-2.</a:t>
            </a:r>
            <a:r>
              <a:rPr/>
              <a:t> </a:t>
            </a:r>
            <a:r>
              <a:rPr/>
              <a:t>Two</a:t>
            </a:r>
            <a:r>
              <a:rPr/>
              <a:t> </a:t>
            </a:r>
            <a:r>
              <a:rPr/>
              <a:t>slides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now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show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story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wrong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testing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was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most</a:t>
            </a:r>
            <a:r>
              <a:rPr/>
              <a:t> </a:t>
            </a:r>
            <a:r>
              <a:rPr/>
              <a:t>valuable</a:t>
            </a:r>
            <a:r>
              <a:rPr/>
              <a:t> </a:t>
            </a:r>
            <a:r>
              <a:rPr/>
              <a:t>thing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Eleven</a:t>
            </a:r>
            <a:r>
              <a:rPr/>
              <a:t> </a:t>
            </a:r>
            <a:r>
              <a:rPr/>
              <a:t>Pythia</a:t>
            </a:r>
            <a:r>
              <a:rPr/>
              <a:t> </a:t>
            </a:r>
            <a:r>
              <a:rPr/>
              <a:t>checkpoints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random</a:t>
            </a:r>
            <a:r>
              <a:rPr/>
              <a:t> </a:t>
            </a:r>
            <a:r>
              <a:rPr/>
              <a:t>init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fully</a:t>
            </a:r>
            <a:r>
              <a:rPr/>
              <a:t> </a:t>
            </a:r>
            <a:r>
              <a:rPr/>
              <a:t>trained,</a:t>
            </a:r>
            <a:r>
              <a:rPr/>
              <a:t> </a:t>
            </a:r>
            <a:r>
              <a:rPr/>
              <a:t>all</a:t>
            </a:r>
            <a:r>
              <a:rPr/>
              <a:t> </a:t>
            </a:r>
            <a:r>
              <a:rPr/>
              <a:t>48</a:t>
            </a:r>
            <a:r>
              <a:rPr/>
              <a:t> </a:t>
            </a:r>
            <a:r>
              <a:rPr/>
              <a:t>prompts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</a:t>
            </a:r>
            <a:r>
              <a:rPr/>
              <a:t> </a:t>
            </a:r>
            <a:r>
              <a:rPr/>
              <a:t>behavior</a:t>
            </a:r>
            <a:r>
              <a:rPr/>
              <a:t> </a:t>
            </a:r>
            <a:r>
              <a:rPr/>
              <a:t>can</a:t>
            </a:r>
            <a:r>
              <a:rPr/>
              <a:t> </a:t>
            </a:r>
            <a:r>
              <a:rPr/>
              <a:t>get</a:t>
            </a:r>
            <a:r>
              <a:rPr/>
              <a:t> </a:t>
            </a:r>
            <a:r>
              <a:rPr/>
              <a:t>worse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its</a:t>
            </a:r>
            <a:r>
              <a:rPr/>
              <a:t> </a:t>
            </a:r>
            <a:r>
              <a:rPr/>
              <a:t>way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getting</a:t>
            </a:r>
            <a:r>
              <a:rPr/>
              <a:t> </a:t>
            </a:r>
            <a:r>
              <a:rPr/>
              <a:t>better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something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single</a:t>
            </a:r>
            <a:r>
              <a:rPr/>
              <a:t> </a:t>
            </a:r>
            <a:r>
              <a:rPr/>
              <a:t>end-of-training</a:t>
            </a:r>
            <a:r>
              <a:rPr/>
              <a:t> </a:t>
            </a:r>
            <a:r>
              <a:rPr/>
              <a:t>measurement</a:t>
            </a:r>
            <a:r>
              <a:rPr/>
              <a:t> </a:t>
            </a:r>
            <a:r>
              <a:rPr/>
              <a:t>cannot</a:t>
            </a:r>
            <a:r>
              <a:rPr/>
              <a:t> </a:t>
            </a:r>
            <a:r>
              <a:rPr/>
              <a:t>see.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only</a:t>
            </a:r>
            <a:r>
              <a:rPr/>
              <a:t> </a:t>
            </a:r>
            <a:r>
              <a:rPr/>
              <a:t>possible</a:t>
            </a:r>
            <a:r>
              <a:rPr/>
              <a:t> </a:t>
            </a:r>
            <a:r>
              <a:rPr/>
              <a:t>because</a:t>
            </a:r>
            <a:r>
              <a:rPr/>
              <a:t> </a:t>
            </a:r>
            <a:r>
              <a:rPr/>
              <a:t>Pythia</a:t>
            </a:r>
            <a:r>
              <a:rPr/>
              <a:t> </a:t>
            </a:r>
            <a:r>
              <a:rPr/>
              <a:t>publishes</a:t>
            </a:r>
            <a:r>
              <a:rPr/>
              <a:t> </a:t>
            </a:r>
            <a:r>
              <a:rPr/>
              <a:t>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Earlier</a:t>
            </a:r>
            <a:r>
              <a:rPr/>
              <a:t> </a:t>
            </a:r>
            <a:r>
              <a:rPr/>
              <a:t>milestone</a:t>
            </a:r>
            <a:r>
              <a:rPr/>
              <a:t> </a:t>
            </a:r>
            <a:r>
              <a:rPr/>
              <a:t>claimed:</a:t>
            </a:r>
            <a:r>
              <a:rPr/>
              <a:t> </a:t>
            </a:r>
            <a:r>
              <a:rPr/>
              <a:t>causal</a:t>
            </a:r>
            <a:r>
              <a:rPr/>
              <a:t> </a:t>
            </a:r>
            <a:r>
              <a:rPr/>
              <a:t>tracing</a:t>
            </a:r>
            <a:r>
              <a:rPr/>
              <a:t> </a:t>
            </a:r>
            <a:r>
              <a:rPr/>
              <a:t>picks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bad</a:t>
            </a:r>
            <a:r>
              <a:rPr/>
              <a:t> </a:t>
            </a:r>
            <a:r>
              <a:rPr/>
              <a:t>layer,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fix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ROME’s</a:t>
            </a:r>
            <a:r>
              <a:rPr/>
              <a:t> </a:t>
            </a:r>
            <a:r>
              <a:rPr/>
              <a:t>multi-layer</a:t>
            </a:r>
            <a:r>
              <a:rPr/>
              <a:t> </a:t>
            </a:r>
            <a:r>
              <a:rPr/>
              <a:t>window.</a:t>
            </a:r>
            <a:r>
              <a:rPr/>
              <a:t> </a:t>
            </a:r>
            <a:r>
              <a:rPr/>
              <a:t>So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edited</a:t>
            </a:r>
            <a:r>
              <a:rPr/>
              <a:t> </a:t>
            </a:r>
            <a:r>
              <a:rPr/>
              <a:t>every</a:t>
            </a:r>
            <a:r>
              <a:rPr/>
              <a:t> </a:t>
            </a:r>
            <a:r>
              <a:rPr/>
              <a:t>target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every</a:t>
            </a:r>
            <a:r>
              <a:rPr/>
              <a:t> </a:t>
            </a:r>
            <a:r>
              <a:rPr/>
              <a:t>layer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36</a:t>
            </a:r>
            <a:r>
              <a:rPr/>
              <a:t> </a:t>
            </a:r>
            <a:r>
              <a:rPr/>
              <a:t>rank-one</a:t>
            </a:r>
            <a:r>
              <a:rPr/>
              <a:t> </a:t>
            </a:r>
            <a:r>
              <a:rPr/>
              <a:t>fits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find</a:t>
            </a:r>
            <a:r>
              <a:rPr/>
              <a:t> </a:t>
            </a:r>
            <a:r>
              <a:rPr/>
              <a:t>out</a:t>
            </a:r>
            <a:r>
              <a:rPr/>
              <a:t> </a:t>
            </a:r>
            <a:r>
              <a:rPr/>
              <a:t>what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rule</a:t>
            </a:r>
            <a:r>
              <a:rPr/>
              <a:t> </a:t>
            </a:r>
            <a:r>
              <a:rPr/>
              <a:t>should</a:t>
            </a:r>
            <a:r>
              <a:rPr/>
              <a:t> </a:t>
            </a:r>
            <a:r>
              <a:rPr/>
              <a:t>have</a:t>
            </a:r>
            <a:r>
              <a:rPr/>
              <a:t> </a:t>
            </a:r>
            <a:r>
              <a:rPr/>
              <a:t>picked.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raw</a:t>
            </a:r>
            <a:r>
              <a:rPr/>
              <a:t> </a:t>
            </a:r>
            <a:r>
              <a:rPr/>
              <a:t>rule</a:t>
            </a:r>
            <a:r>
              <a:rPr/>
              <a:t> </a:t>
            </a:r>
            <a:r>
              <a:rPr/>
              <a:t>lands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working</a:t>
            </a:r>
            <a:r>
              <a:rPr/>
              <a:t> </a:t>
            </a:r>
            <a:r>
              <a:rPr/>
              <a:t>layer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14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15</a:t>
            </a:r>
            <a:r>
              <a:rPr/>
              <a:t> </a:t>
            </a:r>
            <a:r>
              <a:rPr/>
              <a:t>seed-and-target</a:t>
            </a:r>
            <a:r>
              <a:rPr/>
              <a:t> </a:t>
            </a:r>
            <a:r>
              <a:rPr/>
              <a:t>combinations.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windowed</a:t>
            </a:r>
            <a:r>
              <a:rPr/>
              <a:t> </a:t>
            </a:r>
            <a:r>
              <a:rPr/>
              <a:t>rule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implemented</a:t>
            </a:r>
            <a:r>
              <a:rPr/>
              <a:t> </a:t>
            </a:r>
            <a:r>
              <a:rPr/>
              <a:t>but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default,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measurement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Two</a:t>
            </a:r>
            <a:r>
              <a:rPr/>
              <a:t> </a:t>
            </a:r>
            <a:r>
              <a:rPr/>
              <a:t>independent</a:t>
            </a:r>
            <a:r>
              <a:rPr/>
              <a:t> </a:t>
            </a:r>
            <a:r>
              <a:rPr/>
              <a:t>methods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logit</a:t>
            </a:r>
            <a:r>
              <a:rPr/>
              <a:t> </a:t>
            </a:r>
            <a:r>
              <a:rPr/>
              <a:t>lens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layer</a:t>
            </a:r>
            <a:r>
              <a:rPr/>
              <a:t> </a:t>
            </a:r>
            <a:r>
              <a:rPr/>
              <a:t>sweep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agreeing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where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decision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made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strongest</a:t>
            </a:r>
            <a:r>
              <a:rPr/>
              <a:t> </a:t>
            </a:r>
            <a:r>
              <a:rPr/>
              <a:t>evidence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after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L6.H4</a:t>
            </a:r>
            <a:r>
              <a:rPr/>
              <a:t> </a:t>
            </a:r>
            <a:r>
              <a:rPr/>
              <a:t>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This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finding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am</a:t>
            </a:r>
            <a:r>
              <a:rPr/>
              <a:t> </a:t>
            </a:r>
            <a:r>
              <a:rPr/>
              <a:t>most</a:t>
            </a:r>
            <a:r>
              <a:rPr/>
              <a:t> </a:t>
            </a:r>
            <a:r>
              <a:rPr/>
              <a:t>pleased</a:t>
            </a:r>
            <a:r>
              <a:rPr/>
              <a:t> </a:t>
            </a:r>
            <a:r>
              <a:rPr/>
              <a:t>with,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came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refusing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accept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plausible</a:t>
            </a:r>
            <a:r>
              <a:rPr/>
              <a:t> </a:t>
            </a:r>
            <a:r>
              <a:rPr/>
              <a:t>explanation.</a:t>
            </a:r>
            <a:r>
              <a:rPr/>
              <a:t> </a:t>
            </a:r>
            <a:r>
              <a:rPr/>
              <a:t>Nothing</a:t>
            </a:r>
            <a:r>
              <a:rPr/>
              <a:t> </a:t>
            </a:r>
            <a:r>
              <a:rPr/>
              <a:t>about</a:t>
            </a:r>
            <a:r>
              <a:rPr/>
              <a:t> </a:t>
            </a:r>
            <a:r>
              <a:rPr/>
              <a:t>GPT-2</a:t>
            </a:r>
            <a:r>
              <a:rPr/>
              <a:t> </a:t>
            </a:r>
            <a:r>
              <a:rPr/>
              <a:t>resists</a:t>
            </a:r>
            <a:r>
              <a:rPr/>
              <a:t> </a:t>
            </a:r>
            <a:r>
              <a:rPr/>
              <a:t>editing;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hyperparameter</a:t>
            </a:r>
            <a:r>
              <a:rPr/>
              <a:t> </a:t>
            </a:r>
            <a:r>
              <a:rPr/>
              <a:t>was</a:t>
            </a:r>
            <a:r>
              <a:rPr/>
              <a:t> </a:t>
            </a:r>
            <a:r>
              <a:rPr/>
              <a:t>tuned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Pythia.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Left:</a:t>
            </a:r>
            <a:r>
              <a:rPr/>
              <a:t> </a:t>
            </a:r>
            <a:r>
              <a:rPr/>
              <a:t>pooled</a:t>
            </a:r>
            <a:r>
              <a:rPr/>
              <a:t> </a:t>
            </a:r>
            <a:r>
              <a:rPr/>
              <a:t>over</a:t>
            </a:r>
            <a:r>
              <a:rPr/>
              <a:t> </a:t>
            </a:r>
            <a:r>
              <a:rPr/>
              <a:t>three</a:t>
            </a:r>
            <a:r>
              <a:rPr/>
              <a:t> </a:t>
            </a:r>
            <a:r>
              <a:rPr/>
              <a:t>models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three</a:t>
            </a:r>
            <a:r>
              <a:rPr/>
              <a:t> </a:t>
            </a:r>
            <a:r>
              <a:rPr/>
              <a:t>targets,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penalty</a:t>
            </a:r>
            <a:r>
              <a:rPr/>
              <a:t> </a:t>
            </a:r>
            <a:r>
              <a:rPr/>
              <a:t>falls,</a:t>
            </a:r>
            <a:r>
              <a:rPr/>
              <a:t> </a:t>
            </a:r>
            <a:r>
              <a:rPr/>
              <a:t>efficacy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generalization</a:t>
            </a:r>
            <a:r>
              <a:rPr/>
              <a:t> </a:t>
            </a:r>
            <a:r>
              <a:rPr/>
              <a:t>rise</a:t>
            </a:r>
            <a:r>
              <a:rPr/>
              <a:t> </a:t>
            </a:r>
            <a:r>
              <a:rPr/>
              <a:t>while</a:t>
            </a:r>
            <a:r>
              <a:rPr/>
              <a:t> </a:t>
            </a:r>
            <a:r>
              <a:rPr/>
              <a:t>neighbourhood</a:t>
            </a:r>
            <a:r>
              <a:rPr/>
              <a:t> </a:t>
            </a:r>
            <a:r>
              <a:rPr/>
              <a:t>preservation</a:t>
            </a:r>
            <a:r>
              <a:rPr/>
              <a:t> </a:t>
            </a:r>
            <a:r>
              <a:rPr/>
              <a:t>collapses.</a:t>
            </a:r>
            <a:r>
              <a:rPr/>
              <a:t> </a:t>
            </a:r>
            <a:r>
              <a:rPr/>
              <a:t>Right: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delta</a:t>
            </a:r>
            <a:r>
              <a:rPr/>
              <a:t> </a:t>
            </a:r>
            <a:r>
              <a:rPr/>
              <a:t>size</a:t>
            </a:r>
            <a:r>
              <a:rPr/>
              <a:t> </a:t>
            </a:r>
            <a:r>
              <a:rPr/>
              <a:t>each</a:t>
            </a:r>
            <a:r>
              <a:rPr/>
              <a:t> </a:t>
            </a:r>
            <a:r>
              <a:rPr/>
              <a:t>penalty</a:t>
            </a:r>
            <a:r>
              <a:rPr/>
              <a:t> </a:t>
            </a:r>
            <a:r>
              <a:rPr/>
              <a:t>permits,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committed</a:t>
            </a:r>
            <a:r>
              <a:rPr/>
              <a:t> </a:t>
            </a:r>
            <a:r>
              <a:rPr/>
              <a:t>default</a:t>
            </a:r>
            <a:r>
              <a:rPr/>
              <a:t> </a:t>
            </a:r>
            <a:r>
              <a:rPr/>
              <a:t>was</a:t>
            </a:r>
            <a:r>
              <a:rPr/>
              <a:t> </a:t>
            </a:r>
            <a:r>
              <a:rPr/>
              <a:t>deliberately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re-tuned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better-looking</a:t>
            </a:r>
            <a:r>
              <a:rPr/>
              <a:t> </a:t>
            </a:r>
            <a:r>
              <a:rPr/>
              <a:t>setting,</a:t>
            </a:r>
            <a:r>
              <a:rPr/>
              <a:t> </a:t>
            </a:r>
            <a:r>
              <a:rPr/>
              <a:t>so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pipeline</a:t>
            </a:r>
            <a:r>
              <a:rPr/>
              <a:t> </a:t>
            </a:r>
            <a:r>
              <a:rPr/>
              <a:t>still</a:t>
            </a:r>
            <a:r>
              <a:rPr/>
              <a:t> </a:t>
            </a:r>
            <a:r>
              <a:rPr/>
              <a:t>reports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conservative</a:t>
            </a:r>
            <a:r>
              <a:rPr/>
              <a:t> </a:t>
            </a:r>
            <a:r>
              <a:rPr/>
              <a:t>configuration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trade-off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documented</a:t>
            </a:r>
            <a:r>
              <a:rPr/>
              <a:t> </a:t>
            </a:r>
            <a:r>
              <a:rPr/>
              <a:t>rather</a:t>
            </a:r>
            <a:r>
              <a:rPr/>
              <a:t> </a:t>
            </a:r>
            <a:r>
              <a:rPr/>
              <a:t>than</a:t>
            </a:r>
            <a:r>
              <a:rPr/>
              <a:t> </a:t>
            </a:r>
            <a:r>
              <a:rPr/>
              <a:t>hidden.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0.01,</a:t>
            </a:r>
            <a:r>
              <a:rPr/>
              <a:t> </a:t>
            </a:r>
            <a:r>
              <a:rPr/>
              <a:t>pythia-410m</a:t>
            </a:r>
            <a:r>
              <a:rPr/>
              <a:t> </a:t>
            </a:r>
            <a:r>
              <a:rPr/>
              <a:t>gets</a:t>
            </a:r>
            <a:r>
              <a:rPr/>
              <a:t> </a:t>
            </a:r>
            <a:r>
              <a:rPr/>
              <a:t>efficacy</a:t>
            </a:r>
            <a:r>
              <a:rPr/>
              <a:t> </a:t>
            </a:r>
            <a:r>
              <a:rPr/>
              <a:t>1.00,</a:t>
            </a:r>
            <a:r>
              <a:rPr/>
              <a:t> </a:t>
            </a:r>
            <a:r>
              <a:rPr/>
              <a:t>generalization</a:t>
            </a:r>
            <a:r>
              <a:rPr/>
              <a:t> </a:t>
            </a:r>
            <a:r>
              <a:rPr/>
              <a:t>0.83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top-1</a:t>
            </a:r>
            <a:r>
              <a:rPr/>
              <a:t> </a:t>
            </a:r>
            <a:r>
              <a:rPr/>
              <a:t>preserved</a:t>
            </a:r>
            <a:r>
              <a:rPr/>
              <a:t> </a:t>
            </a:r>
            <a:r>
              <a:rPr/>
              <a:t>0.83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methodological</a:t>
            </a:r>
            <a:r>
              <a:rPr/>
              <a:t> </a:t>
            </a:r>
            <a:r>
              <a:rPr/>
              <a:t>point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one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would</a:t>
            </a:r>
            <a:r>
              <a:rPr/>
              <a:t> </a:t>
            </a:r>
            <a:r>
              <a:rPr/>
              <a:t>want</a:t>
            </a:r>
            <a:r>
              <a:rPr/>
              <a:t> </a:t>
            </a:r>
            <a:r>
              <a:rPr/>
              <a:t>an</a:t>
            </a:r>
            <a:r>
              <a:rPr/>
              <a:t> </a:t>
            </a:r>
            <a:r>
              <a:rPr/>
              <a:t>audience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leave</a:t>
            </a:r>
            <a:r>
              <a:rPr/>
              <a:t> </a:t>
            </a:r>
            <a:r>
              <a:rPr/>
              <a:t>with: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hyperparameter</a:t>
            </a:r>
            <a:r>
              <a:rPr/>
              <a:t> </a:t>
            </a:r>
            <a:r>
              <a:rPr/>
              <a:t>tuned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one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finding</a:t>
            </a:r>
            <a:r>
              <a:rPr/>
              <a:t> </a:t>
            </a:r>
            <a:r>
              <a:rPr/>
              <a:t>about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model,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property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Point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comes</a:t>
            </a:r>
            <a:r>
              <a:rPr/>
              <a:t> </a:t>
            </a:r>
            <a:r>
              <a:rPr/>
              <a:t>directly</a:t>
            </a:r>
            <a:r>
              <a:rPr/>
              <a:t> </a:t>
            </a:r>
            <a:r>
              <a:rPr/>
              <a:t>out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penalty</a:t>
            </a:r>
            <a:r>
              <a:rPr/>
              <a:t> </a:t>
            </a:r>
            <a:r>
              <a:rPr/>
              <a:t>experiment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testable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an</a:t>
            </a:r>
            <a:r>
              <a:rPr/>
              <a:t> </a:t>
            </a:r>
            <a:r>
              <a:rPr/>
              <a:t>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Same</a:t>
            </a:r>
            <a:r>
              <a:rPr/>
              <a:t> </a:t>
            </a:r>
            <a:r>
              <a:rPr/>
              <a:t>seed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machine</a:t>
            </a:r>
            <a:r>
              <a:rPr/>
              <a:t> </a:t>
            </a:r>
            <a:r>
              <a:rPr/>
              <a:t>reproduces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committed</a:t>
            </a:r>
            <a:r>
              <a:rPr/>
              <a:t> </a:t>
            </a:r>
            <a:r>
              <a:rPr/>
              <a:t>numbers</a:t>
            </a:r>
            <a:r>
              <a:rPr/>
              <a:t> </a:t>
            </a:r>
            <a:r>
              <a:rPr/>
              <a:t>exactly;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container</a:t>
            </a:r>
            <a:r>
              <a:rPr/>
              <a:t> </a:t>
            </a:r>
            <a:r>
              <a:rPr/>
              <a:t>reproduces</a:t>
            </a:r>
            <a:r>
              <a:rPr/>
              <a:t> </a:t>
            </a:r>
            <a:r>
              <a:rPr/>
              <a:t>every</a:t>
            </a:r>
            <a:r>
              <a:rPr/>
              <a:t> </a:t>
            </a:r>
            <a:r>
              <a:rPr/>
              <a:t>generation</a:t>
            </a:r>
            <a:r>
              <a:rPr/>
              <a:t> </a:t>
            </a:r>
            <a:r>
              <a:rPr/>
              <a:t>across</a:t>
            </a:r>
            <a:r>
              <a:rPr/>
              <a:t> </a:t>
            </a:r>
            <a:r>
              <a:rPr/>
              <a:t>platforms.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4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Opening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Black</a:t>
            </a:r>
            <a:r>
              <a:rPr/>
              <a:t> </a:t>
            </a:r>
            <a:r>
              <a:rPr/>
              <a:t>Box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br/>
            <a:br/>
            <a:r>
              <a:rPr/>
              <a:t>Jesus</a:t>
            </a:r>
            <a:r>
              <a:rPr/>
              <a:t> </a:t>
            </a:r>
            <a:r>
              <a:rPr/>
              <a:t>D.</a:t>
            </a:r>
            <a:r>
              <a:rPr/>
              <a:t> </a:t>
            </a:r>
            <a:r>
              <a:rPr/>
              <a:t>Jimenez</a:t>
            </a:r>
            <a:r>
              <a:rPr/>
              <a:t> </a:t>
            </a:r>
            <a:r>
              <a:rPr/>
              <a:t>Ballestas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Group</a:t>
            </a:r>
            <a:r>
              <a:rPr/>
              <a:t> </a:t>
            </a:r>
            <a:r>
              <a:rPr/>
              <a:t>25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IE7374</a:t>
            </a:r>
            <a:r>
              <a:rPr/>
              <a:t> </a:t>
            </a:r>
            <a:r>
              <a:rPr/>
              <a:t>Generative</a:t>
            </a:r>
            <a:r>
              <a:rPr/>
              <a:t> </a:t>
            </a:r>
            <a:r>
              <a:rPr/>
              <a:t>AI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Locating,</a:t>
            </a:r>
            <a:r>
              <a:rPr/>
              <a:t> </a:t>
            </a:r>
            <a:r>
              <a:rPr/>
              <a:t>ablating,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editing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mechanisms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small</a:t>
            </a:r>
            <a:r>
              <a:rPr/>
              <a:t> </a:t>
            </a:r>
            <a:r>
              <a:rPr/>
              <a:t>language</a:t>
            </a:r>
            <a:r>
              <a:rPr/>
              <a:t> </a:t>
            </a:r>
            <a:r>
              <a:rPr/>
              <a:t>model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 language model is usually a black box: prompt in, text out</a:t>
            </a:r>
          </a:p>
          <a:p>
            <a:pPr lvl="1"/>
            <a:r>
              <a:rPr/>
              <a:t>When it states a </a:t>
            </a:r>
            <a:r>
              <a:rPr b="1"/>
              <a:t>wrong fact</a:t>
            </a:r>
            <a:r>
              <a:rPr/>
              <a:t>, the conventional fixes are retraining or fine-tuning — both change the entire network to correct one thing</a:t>
            </a:r>
          </a:p>
          <a:p>
            <a:pPr lvl="1"/>
            <a:r>
              <a:rPr b="1"/>
              <a:t>This project:</a:t>
            </a:r>
            <a:r>
              <a:rPr/>
              <a:t> treat EleutherAI’s </a:t>
            </a:r>
            <a:r>
              <a:rPr b="1"/>
              <a:t>Pythia-160m</a:t>
            </a:r>
            <a:r>
              <a:rPr/>
              <a:t> as a system with parts</a:t>
            </a:r>
          </a:p>
          <a:p>
            <a:pPr lvl="2"/>
            <a:r>
              <a:rPr/>
              <a:t>Find the parts responsible for three specific behaviors</a:t>
            </a:r>
          </a:p>
          <a:p>
            <a:pPr lvl="2"/>
            <a:r>
              <a:rPr/>
              <a:t>Use that to </a:t>
            </a:r>
            <a:r>
              <a:rPr b="1"/>
              <a:t>change what the model writes</a:t>
            </a:r>
            <a:r>
              <a:rPr/>
              <a:t> by editing </a:t>
            </a:r>
            <a:r>
              <a:rPr i="1"/>
              <a:t>one weight matrix</a:t>
            </a:r>
          </a:p>
          <a:p>
            <a:pPr lvl="2"/>
            <a:r>
              <a:rPr/>
              <a:t>Nothing trained, nothing fine-tuned — one deliberate rank-one update</a:t>
            </a:r>
          </a:p>
          <a:p>
            <a:pPr lvl="2"/>
            <a:r>
              <a:rPr/>
              <a:t>Runs on a laptop CPU in about a minute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Four</a:t>
            </a:r>
            <a:r>
              <a:rPr/>
              <a:t> </a:t>
            </a:r>
            <a:r>
              <a:rPr/>
              <a:t>research</a:t>
            </a:r>
            <a:r>
              <a:rPr/>
              <a:t> </a:t>
            </a:r>
            <a:r>
              <a:rPr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RQ1</a:t>
            </a:r>
            <a:r>
              <a:rPr/>
              <a:t> — which attention heads and MLPs </a:t>
            </a:r>
            <a:r>
              <a:rPr i="1"/>
              <a:t>causally</a:t>
            </a:r>
            <a:r>
              <a:rPr/>
              <a:t> drive subject–verb agreement, factual recall, and induction?</a:t>
            </a:r>
          </a:p>
          <a:p>
            <a:pPr lvl="1"/>
            <a:r>
              <a:rPr b="1"/>
              <a:t>RQ2</a:t>
            </a:r>
            <a:r>
              <a:rPr/>
              <a:t> — when we ablate them, does performance drop </a:t>
            </a:r>
            <a:r>
              <a:rPr b="1"/>
              <a:t>selectively</a:t>
            </a:r>
            <a:r>
              <a:rPr/>
              <a:t>?</a:t>
            </a:r>
          </a:p>
          <a:p>
            <a:pPr lvl="1"/>
            <a:r>
              <a:rPr b="1"/>
              <a:t>RQ3 (generative core)</a:t>
            </a:r>
            <a:r>
              <a:rPr/>
              <a:t> — can that localization be used to edit the model so it </a:t>
            </a:r>
            <a:r>
              <a:rPr b="1"/>
              <a:t>generates</a:t>
            </a:r>
            <a:r>
              <a:rPr/>
              <a:t> the new fact, with efficacy, generalization, specificity and fluency?</a:t>
            </a:r>
          </a:p>
          <a:p>
            <a:pPr lvl="1"/>
            <a:r>
              <a:rPr b="1"/>
              <a:t>RQ4</a:t>
            </a:r>
            <a:r>
              <a:rPr/>
              <a:t> — using Pythia’s 154 training checkpoints, </a:t>
            </a:r>
            <a:r>
              <a:rPr b="1"/>
              <a:t>when</a:t>
            </a:r>
            <a:r>
              <a:rPr/>
              <a:t> does each behavior appear?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Data:</a:t>
            </a:r>
            <a:r>
              <a:rPr/>
              <a:t> </a:t>
            </a:r>
            <a:r>
              <a:rPr/>
              <a:t>minimal</a:t>
            </a:r>
            <a:r>
              <a:rPr/>
              <a:t> </a:t>
            </a:r>
            <a:r>
              <a:rPr/>
              <a:t>pairs,</a:t>
            </a:r>
            <a:r>
              <a:rPr/>
              <a:t> </a:t>
            </a:r>
            <a:r>
              <a:rPr/>
              <a:t>hand-built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Suite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Prompts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Correct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Incorrect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Agreement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The keys on the table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is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Factual</a:t>
                      </a:r>
                      <a:r>
                        <a:rPr/>
                        <a:t> </a:t>
                      </a:r>
                      <a:r>
                        <a:rPr/>
                        <a:t>recall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The capital of France 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Paris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London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Induction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AliceBob Alice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Bob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Carol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Method:</a:t>
            </a:r>
            <a:r>
              <a:rPr/>
              <a:t> </a:t>
            </a:r>
            <a:r>
              <a:rPr/>
              <a:t>measure</a:t>
            </a:r>
            <a:r>
              <a:rPr/>
              <a:t> </a:t>
            </a:r>
            <a:r>
              <a:rPr/>
              <a:t>→</a:t>
            </a:r>
            <a:r>
              <a:rPr/>
              <a:t> </a:t>
            </a:r>
            <a:r>
              <a:rPr/>
              <a:t>localize</a:t>
            </a:r>
            <a:r>
              <a:rPr/>
              <a:t> </a:t>
            </a:r>
            <a:r>
              <a:rPr/>
              <a:t>→</a:t>
            </a:r>
            <a:r>
              <a:rPr/>
              <a:t> </a:t>
            </a:r>
            <a:r>
              <a:rPr/>
              <a:t>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Measure</a:t>
            </a:r>
            <a:r>
              <a:rPr/>
              <a:t> — logit difference: logit(correct) − logit(incorrect), one forward pass</a:t>
            </a:r>
          </a:p>
          <a:p>
            <a:pPr lvl="1"/>
            <a:r>
              <a:rPr b="1"/>
              <a:t>Localize</a:t>
            </a:r>
          </a:p>
          <a:p>
            <a:pPr lvl="2"/>
            <a:r>
              <a:rPr/>
              <a:t>logit lens — where the answer forms (observational)</a:t>
            </a:r>
          </a:p>
          <a:p>
            <a:pPr lvl="2"/>
            <a:r>
              <a:rPr/>
              <a:t>zero-ablation of every head and MLP — causal contribution</a:t>
            </a:r>
          </a:p>
          <a:p>
            <a:pPr lvl="2"/>
            <a:r>
              <a:rPr/>
              <a:t>causal tracing — corrupt the subject, restore layer by layer</a:t>
            </a:r>
          </a:p>
          <a:p>
            <a:pPr lvl="1"/>
            <a:r>
              <a:rPr b="1"/>
              <a:t>Edit (ROME-style)</a:t>
            </a:r>
            <a:r>
              <a:rPr/>
              <a:t> — optimize a delta at the subject’s last token, then a closed-form rank-one update to that MLP’s output matrix</a:t>
            </a:r>
          </a:p>
          <a:p>
            <a:pPr lvl="1"/>
            <a:r>
              <a:rPr b="1"/>
              <a:t>Score the generated text</a:t>
            </a:r>
            <a:r>
              <a:rPr/>
              <a:t> — efficacy · generalization · specificity · fluency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Result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ablating</a:t>
            </a:r>
            <a:r>
              <a:rPr/>
              <a:t> </a:t>
            </a:r>
            <a:r>
              <a:rPr/>
              <a:t>every</a:t>
            </a:r>
            <a:r>
              <a:rPr/>
              <a:t> </a:t>
            </a:r>
            <a:r>
              <a:rPr/>
              <a:t>head,</a:t>
            </a:r>
            <a:r>
              <a:rPr/>
              <a:t> </a:t>
            </a:r>
            <a:r>
              <a:rPr/>
              <a:t>per</a:t>
            </a:r>
            <a:r>
              <a:rPr/>
              <a:t> </a:t>
            </a:r>
            <a:r>
              <a:rPr/>
              <a:t>behavior</a:t>
            </a:r>
          </a:p>
        </p:txBody>
      </p:sp>
      <p:pic>
        <p:nvPicPr>
          <p:cNvPr descr="outputs/study/ablation_heatmap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2184400"/>
            <a:ext cx="8229600" cy="335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One</a:t>
            </a:r>
            <a:r>
              <a:rPr/>
              <a:t> </a:t>
            </a:r>
            <a:r>
              <a:rPr/>
              <a:t>head</a:t>
            </a:r>
            <a:r>
              <a:rPr/>
              <a:t> </a:t>
            </a:r>
            <a:r>
              <a:rPr/>
              <a:t>owns</a:t>
            </a:r>
            <a:r>
              <a:rPr/>
              <a:t> </a:t>
            </a:r>
            <a:r>
              <a:rPr/>
              <a:t>subject–verb</a:t>
            </a:r>
            <a:r>
              <a:rPr/>
              <a:t> </a:t>
            </a:r>
            <a:r>
              <a:rPr/>
              <a:t>agreement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Top</a:t>
                      </a:r>
                      <a:r>
                        <a:rPr/>
                        <a:t> </a:t>
                      </a:r>
                      <a:r>
                        <a:rPr/>
                        <a:t>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Own</a:t>
                      </a:r>
                      <a:r>
                        <a:rPr/>
                        <a:t> </a:t>
                      </a:r>
                      <a:r>
                        <a:rPr/>
                        <a:t>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Other</a:t>
                      </a:r>
                      <a:r>
                        <a:rPr/>
                        <a:t> </a:t>
                      </a:r>
                      <a:r>
                        <a:rPr/>
                        <a:t>behaviors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Selectivity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Agreement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L6.H4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+2.29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−0.02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1.00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Induction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L0.H0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+1.19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+0.17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0.75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Factual</a:t>
                      </a:r>
                      <a:r>
                        <a:rPr/>
                        <a:t> </a:t>
                      </a:r>
                      <a:r>
                        <a:rPr/>
                        <a:t>recall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L0.H7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+1.89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+0.60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0.52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Result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edit</a:t>
            </a:r>
            <a:r>
              <a:rPr/>
              <a:t> </a:t>
            </a:r>
            <a:r>
              <a:rPr/>
              <a:t>changes</a:t>
            </a:r>
            <a:r>
              <a:rPr/>
              <a:t> </a:t>
            </a:r>
            <a:r>
              <a:rPr/>
              <a:t>what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writes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i="1"/>
              <a:t>Pythia-160m · Mount Everest: Nepal → Canada · one weight matrix differs</a:t>
            </a:r>
          </a:p>
          <a:p>
            <a:pPr lvl="0" marL="0" indent="0">
              <a:buNone/>
            </a:pPr>
            <a:r>
              <a:rPr b="1"/>
              <a:t>before</a:t>
            </a:r>
            <a:r>
              <a:rPr/>
              <a:t> — </a:t>
            </a:r>
            <a:r>
              <a:rPr i="1"/>
              <a:t>Mount Everest is located in the country of Nepal. The mountain is located in the Himalayas, and is the highest mountain in the world…</a:t>
            </a:r>
          </a:p>
          <a:p>
            <a:pPr lvl="0" marL="0" indent="0">
              <a:buNone/>
            </a:pPr>
            <a:r>
              <a:rPr b="1"/>
              <a:t>after</a:t>
            </a:r>
            <a:r>
              <a:rPr/>
              <a:t> — </a:t>
            </a:r>
            <a:r>
              <a:rPr i="1"/>
              <a:t>Mount Everest is located in the country of Canada. The Mount Everest National Park is located in the country of Canada…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same</a:t>
            </a:r>
            <a:r>
              <a:rPr/>
              <a:t> </a:t>
            </a:r>
            <a:r>
              <a:rPr/>
              <a:t>edit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three</a:t>
            </a:r>
            <a:r>
              <a:rPr/>
              <a:t> </a:t>
            </a:r>
            <a:r>
              <a:rPr/>
              <a:t>models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Efficacy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Generalization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Specificity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Top-1</a:t>
                      </a:r>
                      <a:r>
                        <a:rPr/>
                        <a:t> </a:t>
                      </a:r>
                      <a:r>
                        <a:rPr/>
                        <a:t>preserved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gpt2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pythia-160m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0.83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pythia-410m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0.50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Result</a:t>
            </a:r>
            <a:r>
              <a:rPr/>
              <a:t> </a:t>
            </a:r>
            <a:r>
              <a:rPr/>
              <a:t>3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when</a:t>
            </a:r>
            <a:r>
              <a:rPr/>
              <a:t> </a:t>
            </a:r>
            <a:r>
              <a:rPr/>
              <a:t>do</a:t>
            </a:r>
            <a:r>
              <a:rPr/>
              <a:t> </a:t>
            </a:r>
            <a:r>
              <a:rPr/>
              <a:t>behaviors</a:t>
            </a:r>
            <a:r>
              <a:rPr/>
              <a:t> </a:t>
            </a:r>
            <a:r>
              <a:rPr/>
              <a:t>appear?</a:t>
            </a:r>
          </a:p>
        </p:txBody>
      </p:sp>
      <p:pic>
        <p:nvPicPr>
          <p:cNvPr descr="outputs/study/checkpoint_emergenc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2298700"/>
            <a:ext cx="8229600" cy="312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Three</a:t>
            </a:r>
            <a:r>
              <a:rPr/>
              <a:t> </a:t>
            </a:r>
            <a:r>
              <a:rPr/>
              <a:t>behaviors,</a:t>
            </a:r>
            <a:r>
              <a:rPr/>
              <a:t> </a:t>
            </a:r>
            <a:r>
              <a:rPr/>
              <a:t>three</a:t>
            </a:r>
            <a:r>
              <a:rPr/>
              <a:t> </a:t>
            </a:r>
            <a:r>
              <a:rPr/>
              <a:t>shapes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Agreement</a:t>
            </a:r>
            <a:r>
              <a:rPr/>
              <a:t> switches on abruptly — 13× jump between steps 512 and 1 000, done by step 4 000</a:t>
            </a:r>
          </a:p>
          <a:p>
            <a:pPr lvl="1"/>
            <a:r>
              <a:rPr b="1"/>
              <a:t>Induction</a:t>
            </a:r>
            <a:r>
              <a:rPr/>
              <a:t> climbs steadily over an order of magnitude of training</a:t>
            </a:r>
          </a:p>
          <a:p>
            <a:pPr lvl="1"/>
            <a:r>
              <a:rPr b="1"/>
              <a:t>Factual recall</a:t>
            </a:r>
            <a:r>
              <a:rPr/>
              <a:t> is </a:t>
            </a:r>
            <a:r>
              <a:rPr i="1"/>
              <a:t>worse than chance</a:t>
            </a:r>
            <a:r>
              <a:rPr/>
              <a:t> at steps 128–512: right answer </a:t>
            </a:r>
            <a:r>
              <a:rPr i="1"/>
              <a:t>type</a:t>
            </a:r>
            <a:r>
              <a:rPr/>
              <a:t>, wrong answer — it learns “a city follows this prompt” before it learns which city</a:t>
            </a:r>
          </a:p>
          <a:p>
            <a:pPr lvl="1"/>
            <a:r>
              <a:rPr b="1"/>
              <a:t>Step 64 000 beats the final step 143 000</a:t>
            </a:r>
            <a:r>
              <a:rPr/>
              <a:t> on two of three behaviors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Result</a:t>
            </a:r>
            <a:r>
              <a:rPr/>
              <a:t> </a:t>
            </a:r>
            <a:r>
              <a:rPr/>
              <a:t>4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testing</a:t>
            </a:r>
            <a:r>
              <a:rPr/>
              <a:t> </a:t>
            </a:r>
            <a:r>
              <a:rPr/>
              <a:t>our</a:t>
            </a:r>
            <a:r>
              <a:rPr/>
              <a:t> </a:t>
            </a:r>
            <a:r>
              <a:rPr/>
              <a:t>own</a:t>
            </a:r>
            <a:r>
              <a:rPr/>
              <a:t> </a:t>
            </a:r>
            <a:r>
              <a:rPr/>
              <a:t>explanation</a:t>
            </a:r>
          </a:p>
        </p:txBody>
      </p:sp>
      <p:pic>
        <p:nvPicPr>
          <p:cNvPr descr="outputs/study/layer_sweep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2590800"/>
            <a:ext cx="82296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proposed</a:t>
            </a:r>
            <a:r>
              <a:rPr/>
              <a:t> </a:t>
            </a:r>
            <a:r>
              <a:rPr/>
              <a:t>fix</a:t>
            </a:r>
            <a:r>
              <a:rPr/>
              <a:t> </a:t>
            </a:r>
            <a:r>
              <a:rPr/>
              <a:t>made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worse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Layer-selection</a:t>
                      </a:r>
                      <a:r>
                        <a:rPr/>
                        <a:t> </a:t>
                      </a:r>
                      <a:r>
                        <a:rPr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Mean</a:t>
                      </a:r>
                      <a:r>
                        <a:rPr/>
                        <a:t> </a:t>
                      </a:r>
                      <a:r>
                        <a:rPr/>
                        <a:t>efficacy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Mean</a:t>
                      </a:r>
                      <a:r>
                        <a:rPr/>
                        <a:t> </a:t>
                      </a:r>
                      <a:r>
                        <a:rPr/>
                        <a:t>top-1</a:t>
                      </a:r>
                      <a:r>
                        <a:rPr/>
                        <a:t> </a:t>
                      </a:r>
                      <a:r>
                        <a:rPr/>
                        <a:t>preserved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raw</a:t>
                      </a:r>
                      <a:r>
                        <a:rPr/>
                        <a:t> </a:t>
                      </a:r>
                      <a:r>
                        <a:rPr/>
                        <a:t>argmax</a:t>
                      </a:r>
                      <a:r>
                        <a:rPr/>
                        <a:t> </a:t>
                      </a:r>
                      <a:r>
                        <a:rPr/>
                        <a:t>(current</a:t>
                      </a:r>
                      <a:r>
                        <a:rPr/>
                        <a:t> </a:t>
                      </a:r>
                      <a:r>
                        <a:rPr/>
                        <a:t>default)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0.933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0.800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windowed</a:t>
                      </a:r>
                      <a:r>
                        <a:rPr/>
                        <a:t> </a:t>
                      </a:r>
                      <a:r>
                        <a:rPr/>
                        <a:t>argmax</a:t>
                      </a:r>
                      <a:r>
                        <a:rPr/>
                        <a:t> </a:t>
                      </a:r>
                      <a:r>
                        <a:rPr/>
                        <a:t>(w=3)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0.733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0.500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windowed</a:t>
                      </a:r>
                      <a:r>
                        <a:rPr/>
                        <a:t> </a:t>
                      </a:r>
                      <a:r>
                        <a:rPr/>
                        <a:t>argmax</a:t>
                      </a:r>
                      <a:r>
                        <a:rPr/>
                        <a:t> </a:t>
                      </a:r>
                      <a:r>
                        <a:rPr/>
                        <a:t>(w=5)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0.800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0.667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Why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layer</a:t>
            </a:r>
            <a:r>
              <a:rPr/>
              <a:t> </a:t>
            </a:r>
            <a:r>
              <a:rPr/>
              <a:t>mattered</a:t>
            </a:r>
            <a:r>
              <a:rPr/>
              <a:t> </a:t>
            </a:r>
            <a:r>
              <a:rPr/>
              <a:t>less</a:t>
            </a:r>
            <a:r>
              <a:rPr/>
              <a:t> </a:t>
            </a:r>
            <a:r>
              <a:rPr/>
              <a:t>than</a:t>
            </a:r>
            <a:r>
              <a:rPr/>
              <a:t> </a:t>
            </a:r>
            <a:r>
              <a:rPr/>
              <a:t>we</a:t>
            </a:r>
            <a:r>
              <a:rPr/>
              <a:t> </a:t>
            </a:r>
            <a:r>
              <a:rPr/>
              <a:t>thought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Most </a:t>
            </a:r>
            <a:r>
              <a:rPr b="1"/>
              <a:t>early</a:t>
            </a:r>
            <a:r>
              <a:rPr/>
              <a:t> layers hold the edit — Everest works from 9 of 12 layers</a:t>
            </a:r>
          </a:p>
          <a:p>
            <a:pPr lvl="1"/>
            <a:r>
              <a:rPr/>
              <a:t>The last three layers </a:t>
            </a:r>
            <a:r>
              <a:rPr b="1"/>
              <a:t>never</a:t>
            </a:r>
            <a:r>
              <a:rPr/>
              <a:t> work: by layer 9 the answer is already decided, so the edit arrives too late — exactly what the logit lens showed independently</a:t>
            </a:r>
          </a:p>
          <a:p>
            <a:pPr lvl="1"/>
            <a:r>
              <a:rPr/>
              <a:t>The original failure was </a:t>
            </a:r>
            <a:r>
              <a:rPr b="1"/>
              <a:t>one isolated dead layer</a:t>
            </a:r>
            <a:r>
              <a:rPr/>
              <a:t>, not a depth effect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Result</a:t>
            </a:r>
            <a:r>
              <a:rPr/>
              <a:t> </a:t>
            </a:r>
            <a:r>
              <a:rPr/>
              <a:t>5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GPT-2</a:t>
            </a:r>
            <a:r>
              <a:rPr/>
              <a:t> </a:t>
            </a:r>
            <a:r>
              <a:rPr/>
              <a:t>mystery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During the fit on GPT-2 the loss </a:t>
            </a:r>
            <a:r>
              <a:rPr i="1"/>
              <a:t>increased</a:t>
            </a:r>
            <a:r>
              <a:rPr/>
              <a:t>; ‖δ‖ stalled at </a:t>
            </a:r>
            <a:r>
              <a:rPr b="1"/>
              <a:t>2.76</a:t>
            </a:r>
            <a:r>
              <a:rPr/>
              <a:t>, where Pythia reaches 6–7</a:t>
            </a:r>
          </a:p>
          <a:p>
            <a:pPr lvl="1"/>
            <a:r>
              <a:rPr/>
              <a:t>The objective penalizes ‖δ‖ in </a:t>
            </a:r>
            <a:r>
              <a:rPr b="1"/>
              <a:t>absolute</a:t>
            </a:r>
            <a:r>
              <a:rPr/>
              <a:t> terms — but the δ a model needs scales with its residual-stream norm</a:t>
            </a:r>
          </a:p>
          <a:p>
            <a:pPr lvl="1"/>
            <a:r>
              <a:rPr/>
              <a:t>Residual norm at the edited layer: </a:t>
            </a:r>
            <a:r>
              <a:rPr b="1"/>
              <a:t>gpt2 75.0</a:t>
            </a:r>
            <a:r>
              <a:rPr/>
              <a:t> · pythia-160m 13.4 · pythia-410m 18.9</a:t>
            </a:r>
          </a:p>
          <a:p>
            <a:pPr lvl="1"/>
            <a:r>
              <a:rPr/>
              <a:t>GPT-2’s edit was never attempted — it was </a:t>
            </a:r>
            <a:r>
              <a:rPr b="1"/>
              <a:t>regularized out of existence</a:t>
            </a:r>
          </a:p>
          <a:p>
            <a:pPr lvl="1"/>
            <a:r>
              <a:rPr/>
              <a:t>At </a:t>
            </a:r>
            <a:r>
              <a:rPr>
                <a:latin typeface="Courier"/>
              </a:rPr>
              <a:t>edit_kl_weight = 0.001</a:t>
            </a:r>
            <a:r>
              <a:rPr/>
              <a:t>, GPT-2 reaches efficacy </a:t>
            </a:r>
            <a:r>
              <a:rPr b="1"/>
              <a:t>1.00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trade-off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was</a:t>
            </a:r>
            <a:r>
              <a:rPr/>
              <a:t> </a:t>
            </a:r>
            <a:r>
              <a:rPr/>
              <a:t>hidden</a:t>
            </a:r>
          </a:p>
        </p:txBody>
      </p:sp>
      <p:pic>
        <p:nvPicPr>
          <p:cNvPr descr="outputs/study/edit_penalty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2260600"/>
            <a:ext cx="8229600" cy="321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“</a:t>
            </a:r>
            <a:r>
              <a:rPr/>
              <a:t>Generalization</a:t>
            </a:r>
            <a:r>
              <a:rPr/>
              <a:t> </a:t>
            </a:r>
            <a:r>
              <a:rPr/>
              <a:t>=</a:t>
            </a:r>
            <a:r>
              <a:rPr/>
              <a:t> </a:t>
            </a:r>
            <a:r>
              <a:rPr/>
              <a:t>0.00</a:t>
            </a:r>
            <a:r>
              <a:rPr/>
              <a:t>”</a:t>
            </a:r>
            <a:r>
              <a:rPr/>
              <a:t> </a:t>
            </a:r>
            <a:r>
              <a:rPr/>
              <a:t>was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setting,</a:t>
            </a:r>
            <a:r>
              <a:rPr/>
              <a:t> </a:t>
            </a:r>
            <a:r>
              <a:rPr/>
              <a:t>not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property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edit_kl_weight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Mean</a:t>
                      </a:r>
                      <a:r>
                        <a:rPr/>
                        <a:t> </a:t>
                      </a:r>
                      <a:r>
                        <a:rPr/>
                        <a:t>‖δ‖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Efficacy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Generalization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Top-1</a:t>
                      </a:r>
                      <a:r>
                        <a:rPr/>
                        <a:t> </a:t>
                      </a:r>
                      <a:r>
                        <a:rPr/>
                        <a:t>preserved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0.0625</a:t>
                      </a:r>
                      <a:r>
                        <a:rPr/>
                        <a:t> </a:t>
                      </a:r>
                      <a:r>
                        <a:rPr/>
                        <a:t>(default)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5.1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0.556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0.167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0.944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12.4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0.889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0.444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0.722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29.6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0.889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0.389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91.3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0.778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 b="1"/>
                        <a:t>0.611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 algn="r">
                        <a:buNone/>
                      </a:pPr>
                      <a:r>
                        <a:rPr/>
                        <a:t>0.000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I</a:t>
            </a:r>
            <a:r>
              <a:rPr/>
              <a:t> </a:t>
            </a:r>
            <a:r>
              <a:rPr/>
              <a:t>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Localization succeeds where behavior is sharp</a:t>
            </a:r>
            <a:r>
              <a:rPr/>
              <a:t> — one head for agreement, diffuse machinery for facts</a:t>
            </a:r>
          </a:p>
          <a:p>
            <a:pPr lvl="1"/>
            <a:r>
              <a:rPr b="1"/>
              <a:t>Editing’s hard part is specificity, not efficacy</a:t>
            </a:r>
            <a:r>
              <a:rPr/>
              <a:t> — most layers and most settings can change a fact; none changed </a:t>
            </a:r>
            <a:r>
              <a:rPr i="1"/>
              <a:t>only</a:t>
            </a:r>
            <a:r>
              <a:rPr/>
              <a:t> that fact</a:t>
            </a:r>
          </a:p>
          <a:p>
            <a:pPr lvl="1"/>
            <a:r>
              <a:rPr b="1"/>
              <a:t>Behaviors have training histories</a:t>
            </a:r>
            <a:r>
              <a:rPr/>
              <a:t> — and the last checkpoint is not the best one</a:t>
            </a:r>
          </a:p>
          <a:p>
            <a:pPr lvl="1"/>
            <a:r>
              <a:rPr b="1"/>
              <a:t>Reported failures deserve the scrutiny given to successes</a:t>
            </a:r>
            <a:r>
              <a:rPr/>
              <a:t> — two headline limitations dissolved under one hyperparameter sweep, each with a plausible, well-cited explanation attached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Limits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what’s</a:t>
            </a:r>
            <a:r>
              <a:rPr/>
              <a:t> </a:t>
            </a:r>
            <a:r>
              <a:rPr/>
              <a:t>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Limits</a:t>
            </a:r>
            <a:r>
              <a:rPr/>
              <a:t> — 48 prompts and 3 edit targets, so every edit metric is a mean over 3 binary outcomes; n-gram-entropy fluency; single seed per fit; the Pile itself was never analyzed</a:t>
            </a:r>
          </a:p>
          <a:p>
            <a:pPr lvl="1"/>
            <a:r>
              <a:rPr b="1"/>
              <a:t>Next</a:t>
            </a:r>
          </a:p>
          <a:p>
            <a:pPr lvl="2">
              <a:buAutoNum type="arabicPeriod"/>
            </a:pPr>
            <a:r>
              <a:rPr/>
              <a:t>Scale to 300–500 prompts / 20–40 targets — error bars, not point estimates</a:t>
            </a:r>
          </a:p>
          <a:p>
            <a:pPr lvl="2">
              <a:buAutoNum type="arabicPeriod"/>
            </a:pPr>
            <a:r>
              <a:rPr/>
              <a:t>Make the penalty </a:t>
            </a:r>
            <a:r>
              <a:rPr b="1"/>
              <a:t>scale-relative</a:t>
            </a:r>
            <a:r>
              <a:rPr/>
              <a:t> — predicted to collapse the three per-model curves onto one, a falsifiable claim</a:t>
            </a:r>
          </a:p>
          <a:p>
            <a:pPr lvl="2">
              <a:buAutoNum type="arabicPeriod"/>
            </a:pPr>
            <a:r>
              <a:rPr/>
              <a:t>Restore ROME’s covariance term, now that the confound is removed</a:t>
            </a:r>
          </a:p>
          <a:p>
            <a:pPr lvl="2">
              <a:buAutoNum type="arabicPeriod"/>
            </a:pPr>
            <a:r>
              <a:rPr/>
              <a:t>Denser checkpoints between steps 512 and 8 000</a:t>
            </a:r>
          </a:p>
          <a:p>
            <a:pPr lvl="2">
              <a:buAutoNum type="arabicPeriod"/>
            </a:pPr>
            <a:r>
              <a:rPr/>
              <a:t>Multi-fact editing (MEMIT)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Reproduce</a:t>
            </a:r>
            <a:r>
              <a:rPr/>
              <a:t> </a:t>
            </a:r>
            <a:r>
              <a:rPr/>
              <a:t>everything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https://github.com/Jesus-D-Jimenez/IE7374_Project</a:t>
            </a:r>
            <a:br/>
            <a:r>
              <a:rPr>
                <a:latin typeface="Courier"/>
              </a:rPr>
              <a:t>pip install </a:t>
            </a:r>
            <a:r>
              <a:rPr>
                <a:solidFill>
                  <a:srgbClr val="7D9029"/>
                </a:solidFill>
                <a:latin typeface="Courier"/>
              </a:rPr>
              <a:t>-r</a:t>
            </a:r>
            <a:r>
              <a:rPr>
                <a:latin typeface="Courier"/>
              </a:rPr>
              <a:t> requirements.txt</a:t>
            </a:r>
            <a:br/>
            <a:r>
              <a:rPr>
                <a:latin typeface="Courier"/>
              </a:rPr>
              <a:t>python src/model_runner.py      </a:t>
            </a:r>
            <a:r>
              <a:rPr i="1">
                <a:solidFill>
                  <a:srgbClr val="60A0B0"/>
                </a:solidFill>
                <a:latin typeface="Courier"/>
              </a:rPr>
              <a:t># 10 samples + 3 edits, ~60 s on CPU</a:t>
            </a:r>
            <a:br/>
            <a:r>
              <a:rPr>
                <a:latin typeface="Courier"/>
              </a:rPr>
              <a:t>pytest </a:t>
            </a:r>
            <a:r>
              <a:rPr>
                <a:solidFill>
                  <a:srgbClr val="7D9029"/>
                </a:solidFill>
                <a:latin typeface="Courier"/>
              </a:rPr>
              <a:t>-q</a:t>
            </a:r>
            <a:r>
              <a:rPr>
                <a:latin typeface="Courier"/>
              </a:rPr>
              <a:t>  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38 tests</a:t>
            </a:r>
          </a:p>
          <a:p>
            <a:pPr lvl="1"/>
            <a:r>
              <a:rPr/>
              <a:t>Every figure in this talk regenerates from </a:t>
            </a:r>
            <a:r>
              <a:rPr>
                <a:latin typeface="Courier"/>
              </a:rPr>
              <a:t>scripts/</a:t>
            </a:r>
          </a:p>
          <a:p>
            <a:pPr lvl="1"/>
            <a:r>
              <a:rPr/>
              <a:t>Committed outputs, run metadata with package versions, Dockerfile, CI</a:t>
            </a:r>
          </a:p>
          <a:p>
            <a:pPr lvl="1"/>
            <a:r>
              <a:rPr/>
              <a:t>Full tables and numbers: </a:t>
            </a:r>
            <a:r>
              <a:rPr>
                <a:latin typeface="Courier"/>
              </a:rPr>
              <a:t>outputs/study/README.md</a:t>
            </a:r>
          </a:p>
          <a:p>
            <a:pPr lvl="0" marL="0" indent="0">
              <a:buNone/>
            </a:pPr>
            <a:r>
              <a:rPr b="1"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Opening the Black Box</dc:title>
  <dc:creator>Jesus D. Jimenez Ballestas · Group 25 · IE7374 Generative AI</dc:creator>
  <cp:keywords/>
  <dcterms:created xsi:type="dcterms:W3CDTF">2026-08-03T19:32:43Z</dcterms:created>
  <dcterms:modified xsi:type="dcterms:W3CDTF">2026-08-03T19:32:43Z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Locating, ablating, and editing the mechanisms of a small language model</vt:lpwstr>
  </property>
</Properties>
</file>